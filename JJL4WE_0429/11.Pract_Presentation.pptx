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ABED5C-83F0-40BD-CD25-DD32906ED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BAB8F27-378C-2588-8C99-7B7AF32AB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CB5E3F0-7121-9177-C544-AB02B4EF4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09EEEE8-683B-39A6-4459-66F95DFD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E03C0E36-10F9-EF43-54AB-239A16E6F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460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36AA48B-1346-6DF7-8BC4-5F7FA3D8F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267BE42-F9AB-6047-253D-D312D6758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BF0774D-D244-C6FA-20E2-6C14AE234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579457-CFDA-A000-3B6F-108E02B3A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281FB6-F1FF-A5DD-C035-418E40C09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20668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A96FBA-0941-190E-A36E-E8DC54C58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0BF630A-48D5-DD6D-7E89-50DD2CB1D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34464285-1607-1464-CB58-DAFD2C67A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1F9D6E7-4993-401E-E5AB-3917BA23B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18AF77A-156C-7CDF-271A-131973A97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0040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C0F4E6C-7236-EA3F-9D7F-7437FA846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BDCDD98-C61A-C31A-B7DB-D5BB9274EF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E91870E-3468-3D24-83AE-9453259DD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771CA5B4-A169-CC4E-C86C-F22E0D5A2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1494CD2-5EB5-2AFA-2FF9-D90CF2C50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5678CD3-76DC-D531-FC5D-4575538B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2810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D414871-312F-83CC-F163-1159E7871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07A532B-77DE-9D95-3574-A86A51691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56E4FE2-A517-0DD4-2979-3781A4E44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317C61A6-38FE-931E-3553-0BBF3D7A34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9A37C7AA-300F-28A6-7A91-5541E3FB9A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97F76CC6-62C1-5EEA-A173-DD48CA3A6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E66DE97E-54D9-D6DB-DE5E-22E1FBE5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3D7C75EE-8093-7002-EA4D-FBAC698F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60096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602C5-0096-3C79-47CC-61221DCC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7D305FB-4ECE-5E64-DDA9-E2E78B62A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F276FCBE-2E4D-3951-8DC7-3F84342F6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524F94AC-43BC-229C-7674-74E38D29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2500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89E2EE8E-6178-C993-E4F5-FBA626878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36AFBBFC-0FCC-9C2C-565F-AC9945A3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F3FE6D10-81F5-AB19-1018-A8E2AC9EB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40261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FFE30BC-C623-521E-9936-4F9D9AEA4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14F2E49-34C2-33C2-0479-A915423AA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40687656-6DD6-8A97-BB40-400CC3C702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647D851-9391-4644-FA3F-60FF187B7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BF8024CB-4A67-372B-8CE9-66B915408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48FE282-A461-8374-E128-D8B78DB99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14910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8FCC6F2-E99A-9556-675B-0C14F67C7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94A776D-441F-0AE7-BCCC-8FB2F5704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14D7A273-42A5-B3F8-81B8-62904D79EB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E4357625-E4DD-CCEC-C516-DECB2F2A9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9E44B36-080B-3AC2-E8D3-DD79FD34D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6EBAFE6-8DD9-9204-34F1-C99882C9B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32840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ABDC0D3-3F4B-FC96-FEDC-1AE1FDB38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8F2553A0-CB7B-A84A-2AAE-3ED906531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665D01F-499A-40E0-5618-41F7FA2C7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98CED9D7-2DF5-A48C-8D1A-591D77F3C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DFA71E7-EA22-906E-98AD-019D71662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15093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F3B0509A-178C-9E4D-6627-93E908644A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343126EA-A691-0F86-52B6-EDD0E514A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4CBE43B-6552-0CA1-FE8D-4CB49640AE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8E6CD1A-E1B4-9702-CA8B-AE489C6E3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1E08AE0-E361-CA85-F768-DC483C93F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75516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A696D4D-E503-AE85-A794-FA1FE480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D884621-C41F-F20E-AEA4-15F7BDD77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BF90CD8A-20E1-52E8-4833-32493591AE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65905-1CFB-4A97-882D-D92306132A2B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91542A0-F6E7-1342-8526-62F180C589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DFD4D9-DCC9-966B-A2CA-69461A10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EA655-819D-4EC6-B52A-FF0C452E88A3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6421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6E2917BE-13AF-A6D3-893F-E877582CD6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hu-HU" sz="4800">
                <a:solidFill>
                  <a:srgbClr val="FFFFFF"/>
                </a:solidFill>
              </a:rPr>
              <a:t>MongoDB-Python API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DC0343B-564D-67D1-441B-B2D273FD5B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hu-HU" dirty="0"/>
              <a:t>Készítette: Hauer Attila</a:t>
            </a:r>
          </a:p>
          <a:p>
            <a:pPr algn="l"/>
            <a:r>
              <a:rPr lang="hu-HU" dirty="0" err="1"/>
              <a:t>git</a:t>
            </a:r>
            <a:r>
              <a:rPr lang="hu-HU" dirty="0"/>
              <a:t>: JJL4WE_MDBPract</a:t>
            </a:r>
          </a:p>
        </p:txBody>
      </p:sp>
    </p:spTree>
    <p:extLst>
      <p:ext uri="{BB962C8B-B14F-4D97-AF65-F5344CB8AC3E}">
        <p14:creationId xmlns:p14="http://schemas.microsoft.com/office/powerpoint/2010/main" val="1641407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8EC1C99-7B7D-1B27-ABD6-0D31F5249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hu-HU" sz="4000"/>
              <a:t>MongoDB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796CC7-75EA-C197-A4B7-FA600AD9ED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hu-HU" sz="2000"/>
              <a:t>NoSQL</a:t>
            </a:r>
          </a:p>
          <a:p>
            <a:r>
              <a:rPr lang="hu-HU" sz="2000"/>
              <a:t>Nem relációs DB</a:t>
            </a:r>
          </a:p>
          <a:p>
            <a:r>
              <a:rPr lang="hu-HU" sz="2000"/>
              <a:t>Dokumentum alapú tárolás (BSON)</a:t>
            </a:r>
          </a:p>
          <a:p>
            <a:r>
              <a:rPr lang="hu-HU" sz="2000"/>
              <a:t>Kiválóan skálázható</a:t>
            </a:r>
          </a:p>
          <a:p>
            <a:endParaRPr lang="hu-HU" sz="20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849FA7-9E3B-FFE5-D946-C7DC1A041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3788" y="1583047"/>
            <a:ext cx="6685786" cy="3097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2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239FD32F-2F2C-C5A9-D7EE-390AC36B2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hu-HU" sz="4000"/>
              <a:t>Pymongo alapok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68AEC6E-7D99-D791-78D3-966E44E42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hu-HU" sz="2000" b="1" dirty="0"/>
              <a:t>Kulcsfogalmak:</a:t>
            </a:r>
            <a:endParaRPr lang="hu-HU" sz="2000" dirty="0"/>
          </a:p>
          <a:p>
            <a:r>
              <a:rPr lang="hu-HU" sz="2000" b="1" dirty="0" err="1"/>
              <a:t>MongoClient</a:t>
            </a:r>
            <a:r>
              <a:rPr lang="hu-HU" sz="2000" b="1" dirty="0"/>
              <a:t>:</a:t>
            </a:r>
            <a:r>
              <a:rPr lang="hu-HU" sz="2000" dirty="0"/>
              <a:t> A kapocs a Python és a lokális </a:t>
            </a:r>
            <a:r>
              <a:rPr lang="hu-HU" sz="2000" dirty="0" err="1"/>
              <a:t>MongoDB</a:t>
            </a:r>
            <a:r>
              <a:rPr lang="hu-HU" sz="2000" dirty="0"/>
              <a:t> szerver (27017-es port) között.</a:t>
            </a:r>
          </a:p>
          <a:p>
            <a:r>
              <a:rPr lang="hu-HU" sz="2000" b="1" dirty="0"/>
              <a:t>Gyűjtemény (coll):</a:t>
            </a:r>
            <a:r>
              <a:rPr lang="hu-HU" sz="2000" dirty="0"/>
              <a:t> Az SQL "Tábla" (</a:t>
            </a:r>
            <a:r>
              <a:rPr lang="hu-HU" sz="2000" dirty="0" err="1"/>
              <a:t>Table</a:t>
            </a:r>
            <a:r>
              <a:rPr lang="hu-HU" sz="2000" dirty="0"/>
              <a:t>) megfelelője.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42A2B49C-1837-B0F0-1D47-8D9E3A698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2510970"/>
            <a:ext cx="4170530" cy="1867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475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C7574D6D-3AB2-92DE-3C04-738F6C0E8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CRUD műveletek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B6D16AB-224D-001E-4E0E-7031EC078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b="1" dirty="0" err="1"/>
              <a:t>Create</a:t>
            </a:r>
            <a:r>
              <a:rPr lang="hu-HU" altLang="hu-HU" sz="2000" b="1" dirty="0"/>
              <a:t>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insert_one</a:t>
            </a:r>
            <a:r>
              <a:rPr lang="hu-HU" altLang="hu-HU" sz="2000" dirty="0"/>
              <a:t>() vagy </a:t>
            </a:r>
            <a:r>
              <a:rPr lang="hu-HU" altLang="hu-HU" sz="2000" dirty="0" err="1"/>
              <a:t>insert_many</a:t>
            </a:r>
            <a:r>
              <a:rPr lang="hu-HU" altLang="hu-HU" sz="2000" dirty="0"/>
              <a:t>(). Bedobunk egy Python </a:t>
            </a:r>
            <a:r>
              <a:rPr lang="hu-HU" altLang="hu-HU" sz="2000" dirty="0" err="1"/>
              <a:t>dictionary</a:t>
            </a:r>
            <a:r>
              <a:rPr lang="hu-HU" altLang="hu-HU" sz="2000" dirty="0"/>
              <a:t>-t (vagy egy listát belőlük), és már bent is van az adat.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b="1" dirty="0"/>
              <a:t>Read: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find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find_one</a:t>
            </a:r>
            <a:r>
              <a:rPr lang="hu-HU" altLang="hu-HU" sz="2000" dirty="0"/>
              <a:t>(). Itt jönnek képbe a szűrések! Nem WHERE záradékot írunk, hanem egy szűrő objektumot: pl. keressük azokat, ahol az életkor $</a:t>
            </a:r>
            <a:r>
              <a:rPr lang="hu-HU" altLang="hu-HU" sz="2000" dirty="0" err="1"/>
              <a:t>lt</a:t>
            </a:r>
            <a:r>
              <a:rPr lang="hu-HU" altLang="hu-HU" sz="2000" dirty="0"/>
              <a:t> (less </a:t>
            </a:r>
            <a:r>
              <a:rPr lang="hu-HU" altLang="hu-HU" sz="2000" dirty="0" err="1"/>
              <a:t>than</a:t>
            </a:r>
            <a:r>
              <a:rPr lang="hu-HU" altLang="hu-HU" sz="2000" dirty="0"/>
              <a:t>, kisebb mint) 30.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b="1" dirty="0"/>
              <a:t>Update:</a:t>
            </a:r>
            <a:r>
              <a:rPr lang="hu-HU" altLang="hu-HU" sz="2000" dirty="0"/>
              <a:t> Az </a:t>
            </a:r>
            <a:r>
              <a:rPr lang="hu-HU" altLang="hu-HU" sz="2000" dirty="0" err="1"/>
              <a:t>update_one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update_many</a:t>
            </a:r>
            <a:r>
              <a:rPr lang="hu-HU" altLang="hu-HU" sz="2000" dirty="0"/>
              <a:t>().</a:t>
            </a:r>
          </a:p>
          <a:p>
            <a:pPr marR="0" lvl="0" fontAlgn="base">
              <a:spcAft>
                <a:spcPct val="0"/>
              </a:spcAft>
              <a:buClrTx/>
              <a:buSzTx/>
              <a:tabLst/>
            </a:pPr>
            <a:r>
              <a:rPr lang="hu-HU" altLang="hu-HU" sz="2000" dirty="0"/>
              <a:t> </a:t>
            </a:r>
            <a:r>
              <a:rPr lang="hu-HU" altLang="hu-HU" sz="2000" b="1" dirty="0" err="1"/>
              <a:t>Delete</a:t>
            </a:r>
            <a:r>
              <a:rPr lang="hu-HU" altLang="hu-HU" sz="2000" b="1" dirty="0"/>
              <a:t>:</a:t>
            </a:r>
            <a:r>
              <a:rPr lang="hu-HU" altLang="hu-HU" sz="2000" dirty="0"/>
              <a:t> </a:t>
            </a:r>
            <a:r>
              <a:rPr lang="hu-HU" altLang="hu-HU" sz="2000" dirty="0" err="1"/>
              <a:t>delete_one</a:t>
            </a:r>
            <a:r>
              <a:rPr lang="hu-HU" altLang="hu-HU" sz="2000" dirty="0"/>
              <a:t>() és </a:t>
            </a:r>
            <a:r>
              <a:rPr lang="hu-HU" altLang="hu-HU" sz="2000" dirty="0" err="1"/>
              <a:t>delete_many</a:t>
            </a:r>
            <a:r>
              <a:rPr lang="hu-HU" altLang="hu-HU" sz="2000" dirty="0"/>
              <a:t>().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429173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Cím 1">
            <a:extLst>
              <a:ext uri="{FF2B5EF4-FFF2-40B4-BE49-F238E27FC236}">
                <a16:creationId xmlns:a16="http://schemas.microsoft.com/office/drawing/2014/main" id="{18064BE1-9260-C0D4-1222-78B49069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hu-HU" sz="4000">
                <a:solidFill>
                  <a:srgbClr val="FFFFFF"/>
                </a:solidFill>
              </a:rPr>
              <a:t>Pipelinenok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A47902F-E1BF-F79B-88F0-4DFDEF3DF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r>
              <a:rPr lang="hu-HU" sz="2000" dirty="0"/>
              <a:t>Komplexebb lekérdezéseknél szokás alkalmazni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match</a:t>
            </a:r>
            <a:r>
              <a:rPr lang="hu-HU" sz="2000" dirty="0"/>
              <a:t> kiszűri azokat az adatokat amire nincs szükség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group</a:t>
            </a:r>
            <a:r>
              <a:rPr lang="hu-HU" sz="2000" dirty="0"/>
              <a:t> csoportosításokat lehet végezni, majd ezeken matematikai műveleteket (</a:t>
            </a:r>
            <a:r>
              <a:rPr lang="hu-HU" sz="2000" dirty="0" err="1"/>
              <a:t>avg,sum,count,min,max</a:t>
            </a:r>
            <a:r>
              <a:rPr lang="hu-HU" sz="2000" dirty="0"/>
              <a:t>)</a:t>
            </a:r>
          </a:p>
          <a:p>
            <a:r>
              <a:rPr lang="hu-HU" sz="2000" dirty="0"/>
              <a:t>$</a:t>
            </a:r>
            <a:r>
              <a:rPr lang="hu-HU" sz="2000" dirty="0" err="1"/>
              <a:t>lookup</a:t>
            </a:r>
            <a:r>
              <a:rPr lang="hu-HU" sz="2000" dirty="0"/>
              <a:t> összekapcsolja az adatokat egy másik gyűjteménnyel</a:t>
            </a:r>
          </a:p>
          <a:p>
            <a:endParaRPr lang="hu-HU" sz="2000" dirty="0"/>
          </a:p>
        </p:txBody>
      </p:sp>
    </p:spTree>
    <p:extLst>
      <p:ext uri="{BB962C8B-B14F-4D97-AF65-F5344CB8AC3E}">
        <p14:creationId xmlns:p14="http://schemas.microsoft.com/office/powerpoint/2010/main" val="2257547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201</Words>
  <Application>Microsoft Office PowerPoint</Application>
  <PresentationFormat>Szélesvásznú</PresentationFormat>
  <Paragraphs>22</Paragraphs>
  <Slides>5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Office-téma</vt:lpstr>
      <vt:lpstr>MongoDB-Python API</vt:lpstr>
      <vt:lpstr>MongoDB</vt:lpstr>
      <vt:lpstr>Pymongo alapok</vt:lpstr>
      <vt:lpstr>CRUD műveletek</vt:lpstr>
      <vt:lpstr>Pipelinenok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Hauer Attila Árpád</dc:creator>
  <cp:lastModifiedBy>Hauer Attila Árpád</cp:lastModifiedBy>
  <cp:revision>2</cp:revision>
  <dcterms:created xsi:type="dcterms:W3CDTF">2026-04-28T12:55:49Z</dcterms:created>
  <dcterms:modified xsi:type="dcterms:W3CDTF">2026-04-28T13:37:01Z</dcterms:modified>
</cp:coreProperties>
</file>